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38A61-EB29-482C-BEF3-99617F18E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8A5A16F-9DE5-4CED-BA14-ED4177285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1E54B8-09CA-47ED-955D-405B47E0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ACC3B1-8846-4FA6-B713-9D38646D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1B8ADA-C4CC-44EF-86EB-AEA63B19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01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79659-E8DB-40F0-8972-42767C58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52E64F-1C34-44AB-8F22-5A1E87569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A290DC-9276-4D59-B89E-3B388EC3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85FA99-3E18-4446-B714-93B227EF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60A0-5509-4C62-A06E-088C61BE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65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62D40-5F53-4400-801F-8AE76FE0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D31A94-C287-47C2-995F-799277D1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7BD536-C52D-438F-AC14-EB2872A2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22BAEF-447F-42B0-88A4-22A3718B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3BEF9C-FF0A-412E-AACF-A1A17A61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90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C7F2D9-B835-4E4C-B420-B3B39183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743AAA-4154-41CE-90FB-82DCA08D7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0D441E-E766-4C80-8B8D-FFB2E262A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E1DAE8-B9B7-4423-A6F3-57754EAB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110B27-2F97-4624-9950-24D346E5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2D6195-96F6-420F-B187-154E6583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27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A4AEA-C350-451D-B850-A3EAD9333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4448CA-AFC3-49AC-B937-F139B20D7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FE582F-3BA6-4436-8B5D-AD85FB454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BF8A614-5AB6-4740-99C0-73204880C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2"/>
            <a:ext cx="5183188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398164-5EA1-47DD-B7DD-797554B95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BAFE5F-4D53-4E2E-B508-0E8E92DF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1324B9E-FB6E-4173-AD41-778C4E96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52A5D7-B044-411B-893D-06071E37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50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F66E6-8E1F-41EC-B7AD-2DAB4DDA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9C94A67-1ACE-4153-9CD8-F5639305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253615-8BD6-4A91-9B06-577560DA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4CF89E-BDF1-4870-99BF-8ABF3C3B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22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F854775-E499-4F59-B14D-42841FB3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4C6BCE4-A0CC-4E56-A797-DDD6B2AE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A443E6-DEB9-414D-AA96-840A25BE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70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730408-73A2-4259-9A18-72AF887E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A25536-B014-411D-9C3F-80BE92379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50567D-98F0-4E92-88AD-66F1AEBD6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5DF75B-53D0-475F-9927-5E890237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3C74DF-D8E6-406F-9763-47149FB8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BABB71-9522-4879-9462-E254E085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56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B5CB3-3FC2-4024-A925-78E213B7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D88EED2-DC49-4FCB-9E82-4492B95B8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F1D782-40BD-4447-A9BD-3025EF16D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E48744-9056-4254-BF9B-7F845FDC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BE504E-AEF8-4773-A2ED-5E0665B8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6EC595-ED0B-4F35-B791-05A727F2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17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45C812-7E65-438B-9979-4A514BCE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672006-5F60-4AC3-88FF-2EF01EBEE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28BE86-88A8-4D12-BF22-EB3E564A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8A2882-DEED-4884-87E3-8D7D89E0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DA8761-475C-4E1A-98FD-30B2F72C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81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E189F12-D443-40DE-8650-2C9453773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B37F0C-315F-416A-A1D5-B8037A3AB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AF6435-62B5-4AC6-8265-F645DF9F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EE2CA5-B747-426F-9118-824D380F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93455E-A109-4AF3-86A7-E21539B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58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D28E3A0-18FF-4E84-80DB-EEC50F61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BB7E88-6340-4A49-8C51-4633EDF67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D22FDD-313B-48C6-A2A1-FED95EFF9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6790A-B06F-40F4-8035-8EE287890A2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DB0914-6190-4DA3-960B-2E17457C6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BEC8E8-BB21-4125-BA3D-63C33E5A5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F5A84-0F52-4384-B073-1CA483DE61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86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FCA7DC5-AF17-414D-8029-67CE01FC004E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/ Web3D Journal Presentation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0F689F-A878-4508-B146-DB927DCEA57A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從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到互動式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</a:t>
            </a:r>
            <a:endParaRPr lang="zh-TW" altLang="en-US" sz="3100" b="1">
              <a:solidFill>
                <a:srgbClr val="182329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0123C8F-24BF-4514-B421-F8827CE15936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結合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的建築資訊可視化工作流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27AAFE-4385-400D-B0D5-E68A878172B3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CDB436-9FC2-4787-A5E4-7B5B2ACEB84E}"/>
              </a:ext>
            </a:extLst>
          </p:cNvPr>
          <p:cNvSpPr txBox="1"/>
          <p:nvPr/>
        </p:nvSpPr>
        <p:spPr>
          <a:xfrm>
            <a:off x="762000" y="3378200"/>
            <a:ext cx="8255000" cy="87716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主展示版本：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PP02_reveal.html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第二層入口：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HTML\Journal_Index.html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PPTX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僅作為摘要、截圖與現場備援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C60A8E-CD36-481E-9B46-9DAAD7C89012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reveal.js </a:t>
            </a:r>
            <a:r>
              <a:rPr lang="zh-TW" altLang="en-US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為主
</a:t>
            </a:r>
            <a:r>
              <a:rPr lang="en-US" altLang="zh-TW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PPTX </a:t>
            </a:r>
            <a:r>
              <a:rPr lang="zh-TW" altLang="en-US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為輔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FCCB4E7-FCB0-4326-8473-BF7B44DDE82F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336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778501F-852C-4BD1-8561-BA77DFDC4DE4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核心主張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75667B-E4C9-4247-925E-6C023A1EE04B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靜態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無法完整承載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BIM/IFC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的空間與時間關係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2C2D52-82B2-4026-AC39-010BF1382A7D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的價值在於把期刊成果轉成可操作的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DF9628-FFD9-4064-9E8B-B541E4093073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F8FFFB-3B71-4AB2-BF99-09153B6001EA}"/>
              </a:ext>
            </a:extLst>
          </p:cNvPr>
          <p:cNvSpPr txBox="1"/>
          <p:nvPr/>
        </p:nvSpPr>
        <p:spPr>
          <a:xfrm>
            <a:off x="762000" y="3378200"/>
            <a:ext cx="8255000" cy="87716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讓觀眾可旋轉、縮放、播放與檢視模型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類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展示支援施工階段、組裝拆解與前後對照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reveal.js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負責互動敘事，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PPTX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負責摘要與交付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EAD7B5-36AF-45F9-8345-D64DFAADE02F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閱讀
轉為
操作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A6A07BA-0CE2-47FD-9A35-453413B672B3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773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F6F7FF2-4CA9-4FB2-BD8C-7E637238BCDD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研究缺口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55E5C2A-25CF-487C-B2A1-D0F27F51685F}"/>
              </a:ext>
            </a:extLst>
          </p:cNvPr>
          <p:cNvSpPr txBox="1"/>
          <p:nvPr/>
        </p:nvSpPr>
        <p:spPr>
          <a:xfrm>
            <a:off x="355600" y="736600"/>
            <a:ext cx="9398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OpenBIM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之間仍缺少低門檻整合流程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F8C5E35-07C3-4519-97B9-2403BEDFBFBE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研究問題來自開發、轉換、展示與施工溝通四個面向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F0C8DB-49B7-4E7B-89E0-E5C8C7BC30D6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5CC2C24-0967-4FE4-8C2D-D9BB56B1F776}"/>
              </a:ext>
            </a:extLst>
          </p:cNvPr>
          <p:cNvSpPr txBox="1"/>
          <p:nvPr/>
        </p:nvSpPr>
        <p:spPr>
          <a:xfrm>
            <a:off x="762000" y="3378200"/>
            <a:ext cx="8255000" cy="113877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Web3D viewer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開發通常需要前端與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程式能力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IFC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模型需經整備、材質、動畫與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轉換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IFC viewer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依賴專用軟體；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截圖缺乏互動性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施工階段與類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流程需要可停留、可回看的展示介面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80575C-7522-4742-A6CC-A05AA64A4A20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開發門檻
模型轉換
展示溝通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57D352-A681-47A1-B58F-B54DFC247C3D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399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B703194-53EE-4221-BAF6-9DFEBF406C77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工作流程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682BCF-E17A-4689-AD01-5F18982BABB9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-&gt; Bonsai/Blender -&gt; GLB -&gt; Web3D</a:t>
            </a:r>
            <a:endParaRPr lang="zh-TW" altLang="en-US" sz="3100" b="1">
              <a:solidFill>
                <a:srgbClr val="182329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95F289-2FEB-410F-9092-14459D79DBDE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從建築資訊模型到瀏覽器端互動展示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134AFF-9A2C-4019-BDA2-8E10D99FB02E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7A8CC85-8F88-4E3F-B24F-8D71B15F1E92}"/>
              </a:ext>
            </a:extLst>
          </p:cNvPr>
          <p:cNvSpPr txBox="1"/>
          <p:nvPr/>
        </p:nvSpPr>
        <p:spPr>
          <a:xfrm>
            <a:off x="762000" y="3378200"/>
            <a:ext cx="8255000" cy="140038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Revit/IFC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作為建築資訊模型來源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Bonsai/Blender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負責模型整備、材質與動畫處理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GLB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作為瀏覽器端展示格式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Google AI Studio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以提示詞迭代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HTML/JavaScript viewer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reveal.js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組合研究敘事與互動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demo</a:t>
            </a:r>
            <a:endParaRPr lang="zh-TW" altLang="en-US" sz="17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C15831-790B-46E7-AE4F-590B3B7E10AB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
Bonsai
GLB
Web3D</a:t>
            </a:r>
            <a:endParaRPr lang="zh-TW" altLang="en-US" sz="2100" b="1">
              <a:solidFill>
                <a:srgbClr val="9A432F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721805-CC5E-466B-B2D7-B12ECF8FE8E1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116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4272813-B08D-4B4A-94A4-A4024DFED1CF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部署策略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2BC513-E522-4597-B543-8379500D8586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Base64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內嵌與外連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各有用途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2F075C-CE97-4FE1-A09A-167F62741F8D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網站化時應優先採用外連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，保留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Base64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作為封存方案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94D16F-BC9D-47AA-A296-845EFD0F5291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31A23B-6B6D-4B3C-A1FE-48039B21F8EF}"/>
              </a:ext>
            </a:extLst>
          </p:cNvPr>
          <p:cNvSpPr txBox="1"/>
          <p:nvPr/>
        </p:nvSpPr>
        <p:spPr>
          <a:xfrm>
            <a:off x="762000" y="3378200"/>
            <a:ext cx="8255000" cy="113877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Base64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內嵌：單檔可攜，但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體積膨脹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外連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本體輕量，適合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reveal.js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與網站部署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期刊資料：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 14.3 MB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時，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Base64 HTML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約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19.1 MB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外連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GLB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架構中，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本體約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19 KB</a:t>
            </a:r>
            <a:endParaRPr lang="zh-TW" altLang="en-US" sz="17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FB215C-BE4D-4105-B9F9-C951DE0B4A07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19.1 MB
vs
19 KB</a:t>
            </a:r>
            <a:endParaRPr lang="zh-TW" altLang="en-US" sz="2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F8A669-9D2F-435C-B43F-F3001171D00F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608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D09EA2E-9999-4FF1-BD0B-2F0794851F60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Viewer </a:t>
            </a:r>
            <a:r>
              <a:rPr lang="zh-TW" altLang="en-US" sz="1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路線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FEF0868-C306-4AE4-BF14-AE92B1913A4A}"/>
              </a:ext>
            </a:extLst>
          </p:cNvPr>
          <p:cNvSpPr txBox="1"/>
          <p:nvPr/>
        </p:nvSpPr>
        <p:spPr>
          <a:xfrm>
            <a:off x="355600" y="736600"/>
            <a:ext cx="9398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Model-Viewer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適合快速展示；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three.js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適合類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動態驗證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1580D4-3E03-4A2F-9F99-4008662DFF4B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兩者不是競爭，而是對應不同展示深度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E0D86E-2247-42C9-A10F-D29170AA0B69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D46617D-0958-48AE-811A-0F07420FFA58}"/>
              </a:ext>
            </a:extLst>
          </p:cNvPr>
          <p:cNvSpPr txBox="1"/>
          <p:nvPr/>
        </p:nvSpPr>
        <p:spPr>
          <a:xfrm>
            <a:off x="762000" y="3378200"/>
            <a:ext cx="8255000" cy="87716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Model-Viewer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：輕量嵌入、低開發成本、適合單模型檢視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Three.js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：支援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WebGL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HDRI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PBR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、時間軸與動畫播放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PP02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的互動展示應以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three.js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作為動態驗證主軸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6DF65C-57F1-4BEC-9C42-DF3F01D0A248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Model-
Viewer
Three.js</a:t>
            </a:r>
            <a:endParaRPr lang="zh-TW" altLang="en-US" sz="2100" b="1">
              <a:solidFill>
                <a:srgbClr val="9A432F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FCFC30-C984-477C-975E-CF91C8CC3722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267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714ED82-8B6C-4373-9649-5748266DFE50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網站層級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94E8542-385B-48ED-A4C0-C0A820D829EC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PP02_reveal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是第一層，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Journal_Index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是第二層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BA4CCAF-8EFA-4A70-BDBD-7D4606DABB4C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先固定網站資訊架構，後續部署才不會路徑混亂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B64DAC-FE3D-4432-A0A7-FDF653EE3586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263C68-15CC-4B08-BD7A-38E2F0AE7C34}"/>
              </a:ext>
            </a:extLst>
          </p:cNvPr>
          <p:cNvSpPr txBox="1"/>
          <p:nvPr/>
        </p:nvSpPr>
        <p:spPr>
          <a:xfrm>
            <a:off x="762000" y="3378200"/>
            <a:ext cx="8255000" cy="87716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第一層：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website\PP02_reveal.html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，負責簡報敘事與章節導覽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第二層：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HTML\Journal_Index.html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，負責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展示入口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第三層：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HTML\web\*.html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HTML\web\glb\*.glb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，負責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viewer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與模型資產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F66E9B-CCD7-4045-8EFB-AD7B95802479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Level 1
Level 2
Level 3</a:t>
            </a:r>
            <a:endParaRPr lang="zh-TW" altLang="en-US" sz="2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FB09B9-A9DB-45E7-8737-C66770A57662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366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1F7F0B-DD05-4D8A-BA07-30F11FC2D893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結論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43D859-2691-48AC-BDBE-27BE653E8B55}"/>
              </a:ext>
            </a:extLst>
          </p:cNvPr>
          <p:cNvSpPr txBox="1"/>
          <p:nvPr/>
        </p:nvSpPr>
        <p:spPr>
          <a:xfrm>
            <a:off x="355600" y="736600"/>
            <a:ext cx="939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應以 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reveal.js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為主，</a:t>
            </a:r>
            <a:r>
              <a:rPr lang="en-US" altLang="zh-TW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PPTX </a:t>
            </a:r>
            <a:r>
              <a:rPr lang="zh-TW" altLang="en-US" sz="31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為輔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0E83EE-3461-41ED-A400-23D95A6DBF3A}"/>
              </a:ext>
            </a:extLst>
          </p:cNvPr>
          <p:cNvSpPr txBox="1"/>
          <p:nvPr/>
        </p:nvSpPr>
        <p:spPr>
          <a:xfrm>
            <a:off x="406400" y="19812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互動學術展示的核心價值在瀏覽器，而不是靜態投影片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42E25-17DF-4738-BA0F-BB7F30686750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467434-56FC-447B-B38F-1B2DA5F25CC7}"/>
              </a:ext>
            </a:extLst>
          </p:cNvPr>
          <p:cNvSpPr txBox="1"/>
          <p:nvPr/>
        </p:nvSpPr>
        <p:spPr>
          <a:xfrm>
            <a:off x="762000" y="3378200"/>
            <a:ext cx="8255000" cy="1138773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IFC -&gt; GLB -&gt; 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的流程可行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AI-assisted programming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能縮短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原型開發週期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Web3D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讓期刊成果從閱讀轉為操作</a:t>
            </a:r>
          </a:p>
          <a:p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後續可銜接 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+ Bonsai BIM 4D </a:t>
            </a:r>
            <a:r>
              <a:rPr lang="zh-TW" altLang="en-US" sz="17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自動化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09BCD6-D40B-4348-B519-756A434C39B0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b="1">
                <a:solidFill>
                  <a:srgbClr val="9A432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Reveal
first</a:t>
            </a:r>
            <a:endParaRPr lang="zh-TW" altLang="en-US" sz="2100" b="1">
              <a:solidFill>
                <a:srgbClr val="9A432F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FFFAD6A-8BD8-4D61-A11D-6D25C06D9B74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F:\Resilio\AIGC\Projects\0613Paper\website\PP02_reveal.html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950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自訂</PresentationFormat>
  <Paragraphs>69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vizken</dc:creator>
  <cp:lastModifiedBy>vizken</cp:lastModifiedBy>
  <cp:revision>1</cp:revision>
  <dcterms:created xsi:type="dcterms:W3CDTF">2026-06-11T17:17:03Z</dcterms:created>
  <dcterms:modified xsi:type="dcterms:W3CDTF">2026-06-11T17:17:03Z</dcterms:modified>
</cp:coreProperties>
</file>